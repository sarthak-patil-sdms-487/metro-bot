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8205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PUNE METRO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Assistant — Full System Working, Model Routing &amp; Roadmap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502920" cy="54864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channel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have no fast, always-on way to ask about fares, routes, stations or rules — only counters and a helpline.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69164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feedback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Complaints, suggestions &amp; appreciation given verbally or informally generate no data operations can analyze.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9164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response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channels are slow and don't scale with ridership growth.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WhatsApp assistant that: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passenger questions accurately &amp; briefly · classifies every message into feedback categories without forms · extracts structured details automatically · persists everything to a database for reporting · runs as a lightweight, containerized, horizontally-scalable service.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implemented in code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User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message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92040" y="141732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WhatsApp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01768" y="1828800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 / message 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35440" y="141732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7260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/webhook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45168" y="1828800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pipeline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737360"/>
            <a:ext cx="1828800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1737360"/>
            <a:ext cx="1828800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2377440"/>
            <a:ext cx="274320" cy="502920"/>
          </a:xfrm>
          <a:prstGeom prst="downArrow">
            <a:avLst/>
          </a:prstGeom>
          <a:solidFill>
            <a:srgbClr val="3B82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06324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154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(via SQLAlchemy)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3474720"/>
            <a:ext cx="33009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conversations · messages 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category_logs · ticket_details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conversation &amp; classified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record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0" y="306324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154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 (multi-provider)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53128" y="3474720"/>
            <a:ext cx="33009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GPT-4o-mini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E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1: Gemini Flash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E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2: GPT via OpenRouter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E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 prompt roles, any provider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306324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3154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reference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47888" y="3474720"/>
            <a:ext cx="33009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data/fares.md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data/stations.md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data/rules.md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the LLM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grounding context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4023360"/>
            <a:ext cx="274320" cy="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4023360"/>
            <a:ext cx="274320" cy="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5029200"/>
            <a:ext cx="274320" cy="365760"/>
          </a:xfrm>
          <a:prstGeom prst="downArrow">
            <a:avLst/>
          </a:prstGeom>
          <a:solidFill>
            <a:srgbClr val="3B82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5440680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E9EEFB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17720" y="5532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fare engine (pure Python)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90288" y="585216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station-distance &amp; fare-slab calculation — no LLM arithmetic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Flow —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verify &amp; receive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hits GET /webhook once at setup; every real message arrives via POST /webhook.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075688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3B82C4"/>
          </a:solidFill>
          <a:ln/>
        </p:spPr>
      </p:sp>
      <p:sp>
        <p:nvSpPr>
          <p:cNvPr id="9" name="Shape 7"/>
          <p:cNvSpPr/>
          <p:nvPr/>
        </p:nvSpPr>
        <p:spPr>
          <a:xfrm>
            <a:off x="2551176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51176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67128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conversation lookup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67128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finds or creates the User and active Conversation.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648456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4123944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23944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39896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message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39896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(classify_message) returns strict JSON: intent, category, subcategory, extracted details, reference topics.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221224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3B82C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96712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96712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12664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 intent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12664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→ menu · acknowledgment → short sign-off · ambiguous → clarification · direct_query → full answer.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793992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7269480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85432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grounding data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85432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Markdown file(s) (fares/stations/rules) are read and injected into the prompt.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366760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3B82C4"/>
          </a:solidFill>
          <a:ln/>
        </p:spPr>
      </p:sp>
      <p:sp>
        <p:nvSpPr>
          <p:cNvPr id="29" name="Shape 27"/>
          <p:cNvSpPr/>
          <p:nvPr/>
        </p:nvSpPr>
        <p:spPr>
          <a:xfrm>
            <a:off x="8842248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84224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58200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calc (if needed)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58200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station-graph + fare-slab lookup — deterministic, not LLM-computed.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9939528" y="1463040"/>
            <a:ext cx="1463040" cy="40233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15016" y="16916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415016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030968" y="23774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send reply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30968" y="31089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generate_reply() produces the answer; sent back via the Meta Cloud API and logged to Postgres.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Provider Strategy — Primary + Fallback Chain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redundancy: if the primary model fails or times out, the request retries down the chain.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OpenAI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7952" y="2080260"/>
            <a:ext cx="365760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5087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1947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Google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82712" y="2080260"/>
            <a:ext cx="365760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5087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1947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(via OpenRouter)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unified 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is still called with the same 4 prompt “roles” used throughout the pipeline: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classify_message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3657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category + subcategory + entity extraction, in one shot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generate_reply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4114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conversational answer grounded in reference data + last 10 turns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generate_closing_reply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4572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sign-off for “ok / thanks” messages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generate_category_prompt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86200" y="5029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ask-for-detail message after a category tap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4E5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77900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testing:  </a:t>
            </a:r>
            <a:pPr indent="0" marL="0">
              <a:buNone/>
            </a:pPr>
            <a:r>
              <a:rPr lang="en-US" sz="115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GPT-4o-mini handles Marathi/Hindi/English code-mixing at least as well as Gemini before locking it in as primary — fallback order should follow real accuracy, not just cost.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Primary + Fallback Mix Was Chosen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3898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&amp; cost (GPT-4o-mini)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3898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and tuned for high-throughput, short-response chat traffic — not a heavy reasoning-tier model.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568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JSON / structured 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95681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GPT-4o-mini and Gemini support JSON-mode output, keeping classify_message parsing reliable across providers.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511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5237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over single-provider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52374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Gemini Flash, then OpenRouter's GPT, if OpenAI has an outage or rate limit.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090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multilingual coverage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09067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and Gemini Flash both handle English / Hindi / Marathi reasonably; still worth A/B testing on code-mixed queries.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via provider choice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6576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non-critical calls (e.g. closing replies) to the cheapest healthy provider caps spend as call volume grows.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are strictly “better” — trade-offs against the current low-complexity default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1772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replace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2668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78638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GPT-4.1-nano / 4o-mini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2971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generation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26680" y="187452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cost/latency; second vendor &amp; API key to manage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1106424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60904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Haiku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660904"/>
            <a:ext cx="2971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complaint handling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26680" y="2660904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tone control; typically pricier at this volume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11064240" cy="78638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47288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Llama 3 / Mistral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3447288"/>
            <a:ext cx="2971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26680" y="3447288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per-call cost at scale; adds GPU/ops burden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33672"/>
            <a:ext cx="1106424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33672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small classifier (DistilBERT etc.)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4233672"/>
            <a:ext cx="2971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classify_message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4233672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latency once trained; needs labeled data, loses zero-shot flexibility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020056"/>
            <a:ext cx="11064240" cy="78638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020056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Qdrant (already provisioned, unused)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5020056"/>
            <a:ext cx="2971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Topic/intent retrieval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26680" y="5020056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past 3 static files; needs indexing infra not yet built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Gap: Docs vs. Reality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63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/ docker-compose advertise: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LangGraph orchestration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Redis caching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Qdrant vector search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Langfuse observability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actually does: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Plain httpx calls to Gemini REST API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orchestration framework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caching layer wired 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vector DB queried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GPT-4o-mini + fallback chain: planned, not yet wired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 an early build phase — but worth closing before scaling. See roadmap.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 — Making It Unique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F4F7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697480" cy="54864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Foundation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148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Wire up Langfuse tracing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Redis for caching / rate-limits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3282696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RAG via Qdrant embeddings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417320"/>
            <a:ext cx="269748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17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Rider value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47872" y="2148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train status &amp; crowding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787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NCMC balance / recharge via chat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872" y="3282696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Proactive disruption alerts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7872" y="3849624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Voice-note support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441655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QR-to-query at stations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417320"/>
            <a:ext cx="269748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417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Operations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82512" y="2148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Auto-ticket routing + SLA clock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8251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Analytics dashboard over logs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82512" y="3282696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Feedback loop / active learning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141732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1417320"/>
            <a:ext cx="269748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1417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Trust &amp; reach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17152" y="2148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Prompt-injection guardrails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1715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Graceful degraded mode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17152" y="3282696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Load/cost testing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217152" y="3849624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Multi-channel (Telegram, IVR)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Add-On: Autonomous Inbound Voice Channel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brain — a phone call becomes a second front door alongside WhatsApp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508760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dials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892808"/>
            <a:ext cx="164592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150876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1508760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webhook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(Twilio / Exotel)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892808"/>
            <a:ext cx="164592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50876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1508760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STT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92808"/>
            <a:ext cx="164592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50876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508760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classify_message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generate_reply (reused)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8120" y="1892808"/>
            <a:ext cx="164592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50876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8074152" y="1508760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0" y="1892808"/>
            <a:ext cx="164592" cy="274320"/>
          </a:xfrm>
          <a:prstGeom prst="rightArrow">
            <a:avLst/>
          </a:prstGeom>
          <a:solidFill>
            <a:srgbClr val="3B82C4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150876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9948672" y="1508760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back to caller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1106424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9260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92608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or Exotel — inbound only, no outbound calling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49300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930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/ TTS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49300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code-mix aware — needed for Marathi + Hindi + English in one sentence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1106424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599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4059936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 calls already used for WhatsApp (GPT-4o-mini + Gemini/OpenRouter fallback) — no new logic, just a new adapter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626864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6268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feel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4626864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(&lt;800ms), natural TTS prosody, barge-in / interruption handling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layer:  </a:t>
            </a:r>
            <a:pPr indent="0" marL="0">
              <a:buNone/>
            </a:pPr>
            <a:r>
              <a:rPr lang="en-US" sz="11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Sarvam-M (Indic-specialist, free tier on OpenRouter) is the strongest fit for Marathi/Hindi/English code-mixing; current Gemini model is a proven fallback. Stock Gemma 3/4 12B is a cheap generalist option but not Indic-specialized.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02920" cy="54864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working FastAPI service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free-text WhatsApp messages into a classified operational record and a grounded reply — using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GPT-4o-mini model with Gemini Flash and OpenRouter GPT as fallbacks,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called with four prompt roles, routed by ordinary Python control flow, with arithmetic kept safely out of the LLM's hands via a rule-based fare engine.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gap: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LangGraph/LangChain, Redis, Qdrant and Langfuse are provisioned but dormant. Closing that gap, then layering on live train status, NCMC recharge, an ops dashboard, and a multilingual inbound voice channel, is what turns this into a genuinely distinctive transit-assistant product.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Metro AI — WhatsApp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2026-07-24T07:21:17Z</dcterms:created>
  <dcterms:modified xsi:type="dcterms:W3CDTF">2026-07-24T07:21:17Z</dcterms:modified>
</cp:coreProperties>
</file>